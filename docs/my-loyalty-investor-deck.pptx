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63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2634"/>
                </a:solidFill>
                <a:latin typeface="Calibri"/>
              </a:rPr>
              <a:t>Flagship deal: $300K/yr, 3-year term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cost to deliver</c:v>
                </c:pt>
              </c:strCache>
            </c:strRef>
          </c:tx>
          <c:spPr>
            <a:solidFill>
              <a:srgbClr val="E0A9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6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</c:scaling>
        <c:delete val="0"/>
        <c:axPos val="l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63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63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22634"/>
                </a:solidFill>
                <a:latin typeface="Calibri"/>
              </a:rPr>
              <a:t>Illustrative MRR ramp, first 12 months ($K)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recurring revenue ($K)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12</c:v>
                </c:pt>
                <c:pt idx="5">
                  <c:v>18</c:v>
                </c:pt>
                <c:pt idx="6">
                  <c:v>22</c:v>
                </c:pt>
                <c:pt idx="7">
                  <c:v>27</c:v>
                </c:pt>
                <c:pt idx="8">
                  <c:v>32</c:v>
                </c:pt>
                <c:pt idx="9">
                  <c:v>38</c:v>
                </c:pt>
                <c:pt idx="10">
                  <c:v>45</c:v>
                </c:pt>
                <c:pt idx="11">
                  <c:v>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0A93E"/>
              </a:solidFill>
              <a:effectLst/>
            </c:spPr>
          </c:dPt>
          <c:dPt>
            <c:idx val="2"/>
            <c:bubble3D val="0"/>
            <c:spPr>
              <a:solidFill>
                <a:srgbClr val="2B3A8F"/>
              </a:solidFill>
              <a:effectLst/>
            </c:spPr>
          </c:dPt>
          <c:dPt>
            <c:idx val="3"/>
            <c:bubble3D val="0"/>
            <c:spPr>
              <a:solidFill>
                <a:srgbClr val="9AA4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Sales &amp; marketing runway</c:v>
                </c:pt>
                <c:pt idx="1">
                  <c:v>Vendor onboarding &amp; platform commitments</c:v>
                </c:pt>
                <c:pt idx="2">
                  <c:v>Legal: partner contracts + private placement</c:v>
                </c:pt>
                <c:pt idx="3">
                  <c:v>Working capital &amp; contingency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63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Loyalty: omnichannel loyalty programs for multi-location brands. Owned by Better Business Partners LLC. Raise supports launch; founder-led sales with 11 years in the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validation: Talon.One raised $135M July 2025, acquired by Adyen April 2026. Enterprise loyalty platform spend is $50K-$250K+/yr before services. We sell platform + strategy + integrations + support as one bundle.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Founder: 11 years, 200+ systems sold personally, trained 25 reps, VP of Sales experience. Lead-gen engine kept in-house. Team recruited on cash + equity.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motions: sell, deploy, run. Vendor engines white-labeled now, AI-assisted own dev later. All customer relationships owned by us — key to exit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Flagship: sell at $400K list, discount to $300K/yr to secure 3-5 year terms = $900K over 3 years. Delivery cost $100-150K yr 1, $50-100K after. Margins ~50% yr1, 65-70%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WLL for enterprise, Preferred Patron for mid-market, LPG cashback as earning channel, own AI development phased in. Vendor quotes in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Ramp is illustrative and conservative vs founder pipeline. One $250K/yr client is $20.8K MRR. Sales cycles for $200K+ programs run months; pipeline already in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risk: no build risk, owned recurring revenue with assignment rights for exit, founder-market fit, diversified vendor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of funds: 35% sales/marketing, 25% vendor onboarding, 15% legal (PPM + vendor contracts), 25% working capital. Structure and amounts to be finalized with securities counsel.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participation in the private placement via Better Business Partners LLC. All securities details go through counsel — no terms promised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011680"/>
            <a:ext cx="5943600" cy="5943600"/>
          </a:xfrm>
          <a:prstGeom prst="ellipse">
            <a:avLst/>
          </a:prstGeom>
          <a:solidFill>
            <a:srgbClr val="2B3A8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572000" cy="4572000"/>
          </a:xfrm>
          <a:prstGeom prst="ellipse">
            <a:avLst/>
          </a:prstGeom>
          <a:solidFill>
            <a:srgbClr val="2B3A8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960120"/>
            <a:ext cx="777240" cy="777240"/>
          </a:xfrm>
          <a:prstGeom prst="ellipse">
            <a:avLst/>
          </a:prstGeom>
          <a:solidFill>
            <a:srgbClr val="2B3A8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11622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659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LOYALTY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loyalty programs, sold and serviced by the people who know how to sell them.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Business Partners LLC company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Investor Briefing   ·  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infrastructure is having its moment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18628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73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$135M raised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417320" y="209397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Talon.One's July 2025 growth round — one loyalty platform, 270 brand customers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172968"/>
            <a:ext cx="658368" cy="658368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3344144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154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Acquired by Adyen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417320" y="3575304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2026: global payments giant buys Talon.One to own loyalty at the point of payment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654296"/>
            <a:ext cx="658368" cy="658368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482547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360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$50K–$250K+/yr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417320" y="505663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enterprise brands already pay vendors like Annex Cloud for loyalty platforms alone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040880" y="1691640"/>
            <a:ext cx="4572000" cy="4343400"/>
          </a:xfrm>
          <a:prstGeom prst="roundRect">
            <a:avLst>
              <a:gd name="adj" fmla="val 2526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7406640" y="2057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Brands don't just need software.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406640" y="2880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someone to design the program, deploy it, integrate every store, and run it. Today they stitch that together from a platform vendor, an agency, and internal headcount.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40664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sells the whole bundle — </a:t>
            </a:r>
            <a:pPr indent="0" marL="0">
              <a:buNone/>
            </a:pPr>
            <a:r>
              <a:rPr lang="en-US" sz="1500" b="1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contract, one throat to choke.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 who has sold this product for 11 years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25400" dir="5400000">
              <a:srgbClr val="9AA4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systems personally sold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25400" dir="5400000">
              <a:srgbClr val="9AA4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trained in this industry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/>
          <a:effectLst>
            <a:outerShdw sx="100000" sy="100000" kx="0" ky="0" algn="bl" rotWithShape="0" blurRad="101600" dist="25400" dir="5400000">
              <a:srgbClr val="9AA4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9202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yrs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1248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loyalty sales, incl. VP of Sales roles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4235501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4114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proprietary lead-gen machine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1600" y="455371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lead generation consistently surfaces buyers for six-figure loyalty programs. Rather than selling those leads for a couple thousand dollars each, we close them ourselves — the same lead is worth a $300K–$400K/yr client under our own brand.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5440680"/>
            <a:ext cx="640080" cy="640080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560710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5486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 is waiting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371600" y="592531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reps from the founder's network are ready to join on fair cash-plus-equity packages — top talent without top-dollar payroll.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it, deploy it, run it — and own the customer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5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sell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sales into a warm pipeline of multi-location brands. The complicated, sticky, $200K–$400K/yr omnichannel deals — not the race-to-the-bottom e-commerce widgets.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65960"/>
            <a:ext cx="685800" cy="685800"/>
          </a:xfrm>
          <a:prstGeom prst="ellipse">
            <a:avLst/>
          </a:prstGeom>
          <a:solidFill>
            <a:srgbClr val="2B3A8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144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deploy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617720" y="3310128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run on proven vendor engines (white-labeled) today; our own AI-assisted development takes over components as we scale. Every store integrated, every channel connected.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2F5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196596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88" y="21442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run it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12480" y="3310128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support, program management, and member marketing — recurring revenue on multi-year contracts, billed on our paper, under our brand.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BF3E1"/>
          </a:solidFill>
          <a:ln w="12700">
            <a:solidFill>
              <a:srgbClr val="E0A93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563270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ownership is the strategy:  </a:t>
            </a:r>
            <a:pPr indent="0" marL="0">
              <a:buNone/>
            </a:pPr>
            <a:r>
              <a:rPr lang="en-US" sz="13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billing, and support all run through My Loyalty. Owned recurring revenue is what an acquirer pays for.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enterprise deal pays for the whole company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783080"/>
            <a:ext cx="4846320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89280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78240" y="189280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value of one 3-year flagship deal ($300K/yr; list price $400K/yr)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0" y="3154680"/>
            <a:ext cx="4846320" cy="1188720"/>
          </a:xfrm>
          <a:prstGeom prst="roundRect">
            <a:avLst>
              <a:gd name="adj" fmla="val 6923"/>
            </a:avLst>
          </a:prstGeom>
          <a:solidFill>
            <a:srgbClr val="F2F5FC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0" y="326440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778240" y="326440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in year 1 (cost to deliver $100–150K, incl. platform, integrations, support)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66560" y="4526280"/>
            <a:ext cx="4846320" cy="1188720"/>
          </a:xfrm>
          <a:prstGeom prst="roundRect">
            <a:avLst>
              <a:gd name="adj" fmla="val 6923"/>
            </a:avLst>
          </a:prstGeom>
          <a:solidFill>
            <a:srgbClr val="F2F5FC"/>
          </a:solidFill>
          <a:ln/>
        </p:spPr>
      </p:sp>
      <p:sp>
        <p:nvSpPr>
          <p:cNvPr id="12" name="Text 9"/>
          <p:cNvSpPr/>
          <p:nvPr/>
        </p:nvSpPr>
        <p:spPr>
          <a:xfrm>
            <a:off x="7040880" y="463600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65–70%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778240" y="4636008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in years 2–3 as delivery cost drops to $50–100K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66560" y="59436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closable leads a week from our own lead-gen engine feed this math. The founder has personally closed deals of this shape for over a decade.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engines now, our own AI development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5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Label Loyalty (UK)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7556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omnichannel engine behind our $200K–$400K programs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03720" y="17556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platform running PepsiCo &amp; Burger King programs; 3,000+ POS / e-commerce / CRM integrations; fully white-labeled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5F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Patron (US)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volume 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2926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reseller model: we set retail price, we bill, we support, our brand; no per-transaction fees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9651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Partners Group (Salt Lake City)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40965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Card-linked cashback channel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40965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earn automatically on linked Visa/Mastercard at 20,000+ US locations — merchant-funded, near-zero cost to 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6694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Loyalty AI development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526694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IP over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52669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builds of portals, integrations, and program components — already underway; replaces vendor spend as we scale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vendors in active discussions; partner agreements and wholesale quotes requested — no platform to build before revenue.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ramp: $20–30K monthly recurring within 6–8 months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920240"/>
            <a:ext cx="640080" cy="640080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941" y="2086661"/>
            <a:ext cx="307238" cy="307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0" y="1901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deal does it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412480" y="2322576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$250K/yr client = $20.8K MRR. The 6–8 month target is one enterprise close, or one smaller close plus a handful of mid-market accounts.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589520" y="3886200"/>
            <a:ext cx="640080" cy="640080"/>
          </a:xfrm>
          <a:prstGeom prst="ellipse">
            <a:avLst/>
          </a:prstGeom>
          <a:solidFill>
            <a:srgbClr val="F2F5FC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941" y="405262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0" y="3867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 before dollars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412480" y="4288536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already in motion — we expect to be deploying deals faster than we raise. Capital accelerates delivery capacity, it doesn't create demand.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low-risk software play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5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product-build risk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spending $120–320K and 6–18 months building a platform. Vendor engines carry the R&amp;D; our platform cost is variable and only incurred when a client is already paying 2–4x more.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5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21133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476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Recurring, owned revenue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contracts on our paper. Clients are ours — vendor agreements negotiated with non-circumvention and assignment rights, so the book of business transfers cleanly in a sale.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5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35364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Founder-market fit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scarce asset in loyalty is someone who can close six-figure programs. That's the founder's demonstrated, decade-long specialty — with a rep bench ready to scale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2F5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062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A93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435364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Diversified stack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92240" y="47091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 vendors plus merchant-funded reward content. No single point of failure, and AI-assisted in-house development reduces vendor dependency over time.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raise buys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marketing (35%)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126480" y="214884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selling supported by the lead-gen engine; first rep hires on cash + equity packages.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26480" y="2862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&amp; platform (25%)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26480" y="322783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onboarding, certifications, and first-year platform commitments — incurred as deals close.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26480" y="39410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(15%)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126480" y="430682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counsel for the private placement; redlines on vendor agreements (pricing control, customer ownership, assignment rights).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12648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capital (25%)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126480" y="538581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between deployment cost and first client payments; contingency.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Loyalty  ·  A Better Business Partners LLC company  · 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754880" cy="4754880"/>
          </a:xfrm>
          <a:prstGeom prst="ellipse">
            <a:avLst/>
          </a:prstGeom>
          <a:solidFill>
            <a:srgbClr val="2B3A8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EARLY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the team that already knows how to sell this.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B3A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017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4041648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placement through Better Business Partners LLC, structured with securities counsel. Early conversations underway; terms improve as revenue lands.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27432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B3A8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017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754880" y="4041648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first flagship deals in the next two quarters, reach $20–30K MRR inside 8 months, and scale the rep team on equity-weighted packages.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274320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B3A8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0175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0392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exit thesis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503920" y="4041648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recurring revenue in a consolidating market — strategic buyers are paying up for loyalty (Adyen / Talon.One, 2026).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[last name]  ·  Better Business Partners LLC  ·  [phone]  ·  [email]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2026-08-13T10:59:10Z</dcterms:created>
  <dcterms:modified xsi:type="dcterms:W3CDTF">2026-08-13T10:59:10Z</dcterms:modified>
</cp:coreProperties>
</file>